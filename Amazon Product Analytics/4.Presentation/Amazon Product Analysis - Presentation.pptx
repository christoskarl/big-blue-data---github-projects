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5c711a9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5c711a9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5c711a98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5c711a98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5c711a98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5c711a98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5c711a98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5c711a98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5c711a98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5c711a98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5c711a98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5c711a9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5c711a98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5c711a98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5c711a98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5c711a98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5c711a98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5c711a98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5c711a98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5c711a98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5c711a98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5c711a98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5c711a98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5c711a98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5c711a98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5c711a98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βαλε μου στην διαφανεια 15 αριθμηση σελιδασ νουμερο 1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16  νουμερο 2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17  νουμερο 3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18  νουμερο 4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19  νουμερο 5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20 νουμερο 6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21  νουμερο 7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22  νουμερο 8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23  νουμερο 9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24  νουμερο 10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στην 25  νουμερο 11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πιο δεξια ρε συ το 12 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πιο δεξια το 13"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